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EEBA-C956-5E8A-0289-17AC6C728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114F7-365A-1BD7-9C46-21106EB0A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55999-332D-A69D-2854-316B341B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B3C1B-624C-806C-5FF1-8DE4CE85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B57C2-1575-B200-409A-8F2D3E45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9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A695-E3D2-EBD6-D0D5-655727F4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6E3A1-F500-1469-928E-E1A608DC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34E51-6A7C-217F-BD81-32775783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9197A-C690-BFAB-D2A7-B3F38343B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C02DB-0D79-2994-312A-F4511C3B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40AE-950D-D66C-6D5F-887C257B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7EC77-C7E6-5801-EFD7-653100888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93ABF-46C9-77F2-51D7-8ECAA9F4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7EAE2-CAC0-20D1-64B1-AA9EE5A12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E3952-BF08-749B-BEAF-E0BC22CC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32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0CBC-109E-D51A-DE82-DC0348CF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E198-80FA-F301-99BA-B32AF51E0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C6E73-D93C-8F3C-000A-B9E476E69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4A827-E163-153D-9BB7-3F6E5FF0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90FBC-851C-A74D-05E8-F2428091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DB5CA-5B38-2D1E-B0E1-3D1AC28B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8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18C0-6EBF-764C-2C27-C2D1F650A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707DB-1B76-496E-598B-69E3633C0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2C6F8-8390-7411-835D-B68EB1418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A3661-FDD9-4586-9047-4D0C93159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E7643-A823-BE55-7CCA-787434A0F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78EC6-4D33-499D-82E4-C9D492F33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29567D-8485-D01C-386F-1B9F52B0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6F6A6-EE33-934C-9912-620B272F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0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8AEA-2DBB-90C3-59FD-AFBBAAE2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CEB529-0ABC-4A1F-6912-030B0F4E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E231A-FDC6-9D1B-722A-2F09A80FF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E789A-34BB-1B94-2905-4323127B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FA2EB-FE66-D015-8FB5-F8948636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C1EA6-B86C-112A-6C64-59FEC74B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3E87B-A3B9-4D7B-F8EF-EB83EE2F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8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52C1-7DED-C50F-B2D7-6DDA7956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F5DB-FB45-EF92-F432-67970711D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BE113-7EB3-13F6-4E58-A61EF6AF9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E31D1-F1FE-D26A-A92B-6440FEF7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51BDD-FDBB-B0C4-3352-CCCE16B0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958F3-914A-117D-BFB1-D71CE263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93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48E46-A769-937C-9786-9EC2ACB6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FB637-2AD8-63BF-B01A-8961000D8B7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2A396-ACC7-62C0-6D4A-F4988FCB5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806CF-400A-D799-60DD-B97B9F7D2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02B1D-2260-822F-86FC-EFC963F6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823E1-4767-C5B5-4F10-B44EDCD3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74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E9E0-1443-B1A5-4C37-17F2B684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E92F9-F31A-A372-FDCD-57DED7EE8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EF7A8-E22A-2FF1-EFCF-B2F085CA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33C0D-2FDF-7463-B468-5A98B762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164DD-9ED0-E1C6-7229-9114869F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2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27978-386A-E2CE-F139-EB14A9DAA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142A3-F503-EBB4-5111-98199C3B8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9F3A5-EF2C-F02D-7B74-77369119B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30BD9-6C3F-7044-E732-B6B38BD53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EB0DF-27F8-7C05-2CEF-BD8B224DF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2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267129-1983-F9FF-FADB-6012EAC7C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C0FF2-ED60-7010-9185-8F0739E0E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01485-2D53-DAB5-8E49-7F1888BEB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44B9E-C54D-E04B-A853-751CCBEB1BD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3ED4A-612C-C9A8-E42D-5209D1117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4FFF1-4F3B-9E1F-AB50-B03BD074F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FC40E-C9B9-C14B-8298-CE515151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1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B0715-C4A9-4CD1-EFCE-5748044A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094"/>
            <a:ext cx="10515600" cy="59812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Font size test sheet</a:t>
            </a:r>
          </a:p>
          <a:p>
            <a:r>
              <a:rPr lang="en-US" sz="1800" dirty="0"/>
              <a:t> 18 point font</a:t>
            </a:r>
          </a:p>
          <a:p>
            <a:r>
              <a:rPr lang="en-US" sz="2400" dirty="0"/>
              <a:t> 24 point font</a:t>
            </a:r>
          </a:p>
          <a:p>
            <a:r>
              <a:rPr lang="en-US" sz="3000" dirty="0"/>
              <a:t> 30 point font</a:t>
            </a:r>
          </a:p>
          <a:p>
            <a:r>
              <a:rPr lang="en-US" sz="3600" dirty="0"/>
              <a:t> 36 point font</a:t>
            </a:r>
          </a:p>
          <a:p>
            <a:r>
              <a:rPr lang="en-US" sz="3600" dirty="0"/>
              <a:t> 42 point font</a:t>
            </a:r>
          </a:p>
          <a:p>
            <a:r>
              <a:rPr lang="en-US" sz="4800" dirty="0"/>
              <a:t> 48 point font</a:t>
            </a:r>
          </a:p>
          <a:p>
            <a:r>
              <a:rPr lang="en-US" sz="5400" dirty="0"/>
              <a:t> 54 point font</a:t>
            </a:r>
          </a:p>
          <a:p>
            <a:r>
              <a:rPr lang="en-US" sz="6000" dirty="0"/>
              <a:t> 60 point font</a:t>
            </a:r>
          </a:p>
        </p:txBody>
      </p:sp>
    </p:spTree>
    <p:extLst>
      <p:ext uri="{BB962C8B-B14F-4D97-AF65-F5344CB8AC3E}">
        <p14:creationId xmlns:p14="http://schemas.microsoft.com/office/powerpoint/2010/main" val="3115378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Barker</dc:creator>
  <cp:lastModifiedBy>Jon Barker</cp:lastModifiedBy>
  <cp:revision>1</cp:revision>
  <dcterms:created xsi:type="dcterms:W3CDTF">2026-10-15T10:24:05Z</dcterms:created>
  <dcterms:modified xsi:type="dcterms:W3CDTF">2026-10-15T10:28:35Z</dcterms:modified>
</cp:coreProperties>
</file>